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Ghana grows the food but the people who grow it earn the least. We built FarmLink so farmers, buyers and everyday investors can trade and grow together — with trust built in. 10-second intro, then go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one concrete story (a tomato farmer dumping unsold crop while Accora hotels import paste). Then the GH₵38.9bn import bill: the demand is here, the chain is just broken and untrusted.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the [__] tiles for your real survey numbers and N. Keep it to 3 punchy stats + the sample size. If you have a standout quote, read it verbatim — judges remember voices.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pitch and maps directly to the BMC value propositions. Land the one-liner at the bottom — it is our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path end-to-end (retailer posts demand → farmer bids → escrow → delivery → Trust Score up). Keep it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real deployed app. If doing a live demo, log in as the retailer (efua.boakye.demo@gmail.com / demo1234) and open the marketplace.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screenshots covering the breadth. The admin/dispute screen proves we thought about trust &amp; operations — judges love operational maturity.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overclaim the SOM — frame it as a focused beachhead we can actually capture, then expand. Numbers are public and cited.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take-rate (already implemented in the product). Subscriptions and boosts are upside. Every number here is on the BMC.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trash competitors — credit them (Esoko/Farmerline reach millions with info). Our wedge: we combine trade + investment + AI behind one trust layer. The crowdfunding-collapse point is the killer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unfair advantage vs other student teams: a real, usable product. Offer a 60-second live demo if time allows. Fill in the deployed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Channels are straight from the BMC. Stress the cooperative + radio play — that’s how you reach rural farmers cheaply.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Assumptions: GMV grows with farmer count; revenue = ~3% of GMV + subscriptions + boosts. Base cost from BMC: staff GH₵8,600/mo + infra GH₵1,200/mo ≈ GH₵118k/yr. These are planning estimates, clearly labelled illustrative — say so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roadmap as deepening the trust + financing moat, not feature creep. Insurance + group buying directly serve the BMC segments.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number is derived from our BMC cost structure, so it self-justifies — walk the breakdown: 12 months of runway + onboarding + one-time equipment + buffer = GH₵250k, and state exactly what it buys (10k farmers, 3 regions, break-even in sight). Close on the vision: the trusted backbone of Ghana’s farm economy.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 if judges ask to see the full canvas — the deck above is built directly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" name="Image 0" descr="C:\Users\stepp\Downloads\Programs\ENT\apps\web\public\farmlin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71600"/>
            <a:ext cx="2313432" cy="10424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4320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Trade. Invest. Grow.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Ghana's all-in-one farm-trade &amp; investment platform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marketplace  ·  Escrow trust  ·  Harvest investing  ·  AI Crop Doctor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10  ·  Ghana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tepp\Downloads\Programs\ENT\apps\web\public\farmlin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371600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broken, low-trust farm economy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FarmLink · Ghana ·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6766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 capture most of the margin — farmers sell low, buyers pay high.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transparency and heavy post-harvest losses — farmers guess at fair prices.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can’t access harvest financing; banks treat smallholders as too risky.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and investors fear fraud — there’s no trust layer and no recourse.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589520" y="173736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DCFCE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2011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GH₵38.9bn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772400" y="27432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(~US$2bn) of food imported into Ghana in 2024 — while local farmers struggle to reach buyers.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Ghana Statistical Service, 2024 trade report.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tepp\Downloads\Programs\ENT\apps\web\public\farmlin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371600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heard it straight from the field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FarmLink · Ghana ·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brackets with your real survey results before presenting.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19456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30428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[__%]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31520" y="29443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farmers say middlemen cut their income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219456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DCFCE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230428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[__%]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434840" y="29443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sell online if payment were escrow-protected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46720" y="219456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0" y="230428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[__%]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138160" y="29443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buyers worried about fraud / quality when sourcing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" y="38404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[__] respondents across [regions] — farmers, retailers and investors.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request: [paste the #1 thing respondents asked for].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tepp\Downloads\Programs\ENT\apps\web\public\farmlin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371600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platform for the whole chain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FarmLink · Ghana · 2026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8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Direct marketplace + escrow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377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list produce; buyers order with payment held in escrow until delivery is confirmed. Trade without fear of fraud.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6459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8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Reverse demand auctions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0" y="2377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post what they need; farmers bid to supply. The buyer picks the best offer — then pays into escrow.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886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8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4069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Harvest investing from GH₵100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7240" y="46177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fund a real harvest campaign and earn a share of the profit from verified farms.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72200" y="3886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8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4069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Crop Doctor + Trust Scores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0" y="46177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AI crop diagnosis, automatic Trust Scores, KYC badges and regional price intelligence.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platform in Ghana combining direct trade, harvest investment, AI diagnosis &amp; escrow.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tepp\Downloads\Programs\ENT\apps\web\public\farmlin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371600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FarmLink · Ghana · 2026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8FAF9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👩‍🌾 Farmer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46888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List produce or launch a harvest campaign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Receive orders &amp; bids; get paid via escrow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Build a Trust Score with every completed deal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17373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8FAF9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4340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Retailer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72000" y="246888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Browse the marketplace or post a demand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Compare farmer bids and accept the best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Pay into escrow; release on delivery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38160" y="17373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8FAF9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Investor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366760" y="246888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Browse verified harvest campaigns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Invest from GH₵100; track your portfolio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Earn a profit share at harvest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Escrow + Trust Scores run underneath all three — that’s the trust spine.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tepp\Downloads\Programs\ENT\apps\web\public\farmlin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371600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(BUILT)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live — the marketplace &amp; escrow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FarmLink · Ghana · 2026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6949440" cy="4297680"/>
          </a:xfrm>
          <a:prstGeom prst="roundRect">
            <a:avLst>
              <a:gd name="adj" fmla="val 1277"/>
            </a:avLst>
          </a:prstGeom>
          <a:solidFill>
            <a:srgbClr val="F3F4F6"/>
          </a:solidFill>
          <a:ln w="15875">
            <a:solidFill>
              <a:srgbClr val="16A34A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548640" y="35204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[Screenshot: Marketplace grid + an escrow order modal]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0" y="182880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crop &amp; category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farms, Trust badges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→ pay via Paystack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held in escrow until delivery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“Boosted” listings rank on top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tepp\Downloads\Programs\ENT\apps\web\public\farmlin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371600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(BUILT)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auctions · Investing · AI · Admin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FarmLink · Ghana · 2026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F3F4F6"/>
          </a:solidFill>
          <a:ln w="15875">
            <a:solidFill>
              <a:srgbClr val="16A34A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548640" y="2423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[Screenshot: Demand request + farmer bids]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3F4F6"/>
          </a:solidFill>
          <a:ln w="15875">
            <a:solidFill>
              <a:srgbClr val="16A34A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6217920" y="24231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[Screenshot: Harvest campaign + investor portfolio]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88620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F3F4F6"/>
          </a:solidFill>
          <a:ln w="15875">
            <a:solidFill>
              <a:srgbClr val="16A34A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48640" y="4663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[Screenshot: AI Crop Doctor diagnosis]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388620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3F4F6"/>
          </a:solidFill>
          <a:ln w="15875">
            <a:solidFill>
              <a:srgbClr val="16A34A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6217920" y="46634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[Screenshot: Admin dashboard — disputes / KYC / metrics]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tepp\Downloads\Programs\ENT\apps\web\public\farmlin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371600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underserved market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FarmLink · Ghana · 2026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371600" cy="1280160"/>
          </a:xfrm>
          <a:prstGeom prst="roundRect">
            <a:avLst>
              <a:gd name="adj" fmla="val 5714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148840" y="18288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agriculture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148840" y="224028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≈ 21% of GDP and ≈ 33% of jobs; ~US$2bn food imported yearly — a huge local-sourcing gap.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1371600" cy="1280160"/>
          </a:xfrm>
          <a:prstGeom prst="roundRect">
            <a:avLst>
              <a:gd name="adj" fmla="val 571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611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148840" y="32918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reachable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148840" y="370332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Smallholders (65% of farms &lt; 2 ha), retailers, food traders, hotels &amp; a growing base of retail investors with mobile money.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663440"/>
            <a:ext cx="1371600" cy="1280160"/>
          </a:xfrm>
          <a:prstGeom prst="roundRect">
            <a:avLst>
              <a:gd name="adj" fmla="val 5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5074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148840" y="47548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beachhead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148840" y="516636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10,000 farmers + 2,500 buyers across Ashanti, Bono &amp; Greater Accra in the first 12 months.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Oxford Business Group / FAO (GDP &amp; employment); Ghana Statistical Service 2024 (imports).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tepp\Downloads\Programs\ENT\apps\web\public\farmlin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371600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make money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FarmLink · Ghana ·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6858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fees: 2.5% on produce sales · 3% on funded harvest campaigns · 0.5% escrow fee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Subscriptions: Farmer Pro GH₵49 · Retailer Pro GH₵79 · Investor Pro GH₵99 · Business GH₵199 / month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listings &amp; promoted campaigns: GH₵20–150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marketplace &amp; group-buy commissions: 2%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insurance-pool fee (10%), loan-referral fees, B2B market-data reports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80960" y="173736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DCFCE7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233172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GH₵3,000 produce order</a:t>
            </a:r>
            <a:pPr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~GH₵90 to FarmLink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GH₵5,000 funded campaign</a:t>
            </a:r>
            <a:pPr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GH₵150 to FarmLink</a:t>
            </a:r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recurring subscriptions on top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Business Model Canvas revenue streams.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tepp\Downloads\Programs\ENT\apps\web\public\farmlin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371600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FarmLink wins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FarmLink · Ghana · 2026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17320"/>
                <a:gridCol w="1234440"/>
                <a:gridCol w="1417320"/>
                <a:gridCol w="1417320"/>
                <a:gridCol w="178308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FarmLink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Esoko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AgroCenta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Farmer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ThriveAgric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marketplace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Escrow-protected pay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demand auctions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harvest investing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crop diagnosis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score /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intelligence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Ghana consumer-facing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agri-crowdfunding in Africa collapsed on trust (ThriveAgric &amp; Farmcrowdy retreated to institutional). FarmLink is built trust-first — escrow + Trust Scores + KYC.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tepp\Downloads\Programs\ENT\apps\web\public\farmlin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371600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product — not slideware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FarmLink · Ghana ·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6035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built &amp; deployed (web app + API + database) — live today.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flow shipped: marketplace, escrow, demand auctions, harvest campaigns, AI Crop Doctor, messaging, trust scores, admin.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payments via Paystack escrow; AI diagnosis via Google Gemini.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Subscriptions, boosted listings &amp; price intelligence already in-product.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0" y="1737360"/>
            <a:ext cx="4754880" cy="3931920"/>
          </a:xfrm>
          <a:prstGeom prst="roundRect">
            <a:avLst>
              <a:gd name="adj" fmla="val 1395"/>
            </a:avLst>
          </a:prstGeom>
          <a:solidFill>
            <a:srgbClr val="F3F4F6"/>
          </a:solidFill>
          <a:ln w="15875">
            <a:solidFill>
              <a:srgbClr val="16A34A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6858000" y="34290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[Screenshot: Dashboard overview with live stats]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[your deployed URL]  ·  Demo login on request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tepp\Downloads\Programs\ENT\apps\web\public\farmlin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371600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FarmLink · Ghana ·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(from our canvas)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0312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cooperatives &amp; market associations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adverts in farming regions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TikTok, Facebook &amp; Instagram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 at agro-shops &amp; market centres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onboarding + referral rewards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0" y="21031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(0–6 mo)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0" y="24231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 Ashanti &amp; Bono — onboard cooperatives, prove the loop.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0" y="32004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(6–12 mo)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00800" y="35204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Northern &amp; Greater Accra; activate investors.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0" y="4297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(12 mo+)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0" y="46177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+ mobile/USSD app; supplier marketplace &amp; group buying.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tepp\Downloads\Programs\ENT\apps\web\public\farmlin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371600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projections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FarmLink · Ghana · 2026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farmers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GMV (GH₵)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(GH₵)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235440" y="1737360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DCFCE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23544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23544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mid Year 2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923544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~GH₵118k/yr base cost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Assumptions: 3% blended take-rate + subscriptions; costs from our BMC (team + infra). Detail in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tepp\Downloads\Programs\ENT\apps\web\public\farmlin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371600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FarmLink · Ghana ·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verification at scale → more verified farms &amp; investor confidence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USSD app — reach farmers without smartphones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insurance pool — protect farmers &amp; investors against loss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buying for inputs — cheaper seeds &amp; fertiliser together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marketplace &amp; B2B market-data reports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to new regions, then neighbouring markets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tepp\Downloads\Programs\ENT\apps\web\public\farmlin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371600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the ask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FarmLink · Ghana ·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10-person team across product, engineering, agronomy &amp; growth.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the 10 names + roles + photos here]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589520" y="182880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0A1F12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0" y="23774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GH₵250,000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589520" y="3017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+ pilot partners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818120" y="34747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runway: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GH₵103k · Infra &amp; AI GH₵14k · Marketing &amp; onboarding GH₵42k · Equipment GH₵39k · Legal + buffer GH₵52k</a:t>
            </a:r>
            <a:pPr indent="0" marL="0">
              <a:buNone/>
            </a:pPr>
            <a:r>
              <a:rPr lang="en-US" sz="11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Buys: 10,000 farmers onboarded in 3 regions and a clear line to break-even.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2560320"/>
            <a:ext cx="6675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product, live today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trust-first wedge competitors lack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already built into the platform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focused, executing team of 10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tepp\Downloads\Programs\ENT\apps\web\public\farmlin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371600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Business Model Canvas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FarmLink · Ghana · 2026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8FAF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627632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" y="1938528"/>
            <a:ext cx="34381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· Google (Gemini) · cooperatives · agro-input suppliers · banks/MFIs · logistics · Africa’s Talking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51960" y="1554480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8FAF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61688" y="1627632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61688" y="1938528"/>
            <a:ext cx="34381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dev · onboarding &amp; KYC · escrow &amp; disputes · campaigns · marketing · partnerships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046720" y="1554480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8FAF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56448" y="1627632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56448" y="1938528"/>
            <a:ext cx="34381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trade + escrow · demand auctions · harvest investing from GH₵100 · AI diagnosis · Trust Scores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3127248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8FAF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3200400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3511296"/>
            <a:ext cx="34381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+ in-app support · Trust Scores · SMS/email/in-app · community · referrals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251960" y="3127248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8FAF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61688" y="3200400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361688" y="3511296"/>
            <a:ext cx="34381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· retailers/traders/hotels · individual investors · agro-input suppliers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046720" y="3127248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8FAF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56448" y="3200400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156448" y="3511296"/>
            <a:ext cx="34381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· team · cloud infra · verified network · escrow &amp; brand trust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4700016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8FAF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4773168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6928" y="5084064"/>
            <a:ext cx="34381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mobile · social · radio · cooperatives &amp; markets · agro-shops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251960" y="4700016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8FAF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61688" y="4773168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361688" y="5084064"/>
            <a:ext cx="34381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≈ GH₵8.6k/mo · cloud &amp; AI ≈ GH₵1.2k/mo · marketing · equipment · compliance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046720" y="4700016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8FAF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56448" y="4773168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156448" y="5084064"/>
            <a:ext cx="34381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 sales · 3% campaigns · 0.5% escrow · subscriptions · boosts · supplier/group-buy · insurance/loan/data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FarmLink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FarmLink — Pitch</dc:title>
  <dc:subject>PptxGenJS Presentation</dc:subject>
  <dc:creator>FarmLink</dc:creator>
  <cp:lastModifiedBy>FarmLink</cp:lastModifiedBy>
  <cp:revision>1</cp:revision>
  <dcterms:created xsi:type="dcterms:W3CDTF">2026-06-16T21:40:48Z</dcterms:created>
  <dcterms:modified xsi:type="dcterms:W3CDTF">2026-06-16T21:40:48Z</dcterms:modified>
</cp:coreProperties>
</file>